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8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'I’ll summarize an informal proof of correctness for the backend induction process.'</a:t>
            </a:r>
          </a:p>
          <a:p>
            <a:r>
              <a:t>Say: 'Each step is gated by parse + typing + rule applicability; invalid steps fail fast with clear errors.'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ERProofEngine.applyRule.</a:t>
            </a:r>
          </a:p>
          <a:p>
            <a:r>
              <a:t>Emphasize: global gatekeeping happens before any rewrite/eval.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'This is the minimal core to express structural recursion + common arithmetic invariants.'</a:t>
            </a:r>
          </a:p>
          <a:p>
            <a:r>
              <a:t>Point out: limiting the language makes sound checking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Say: 'This is where we decide what a symbol *means* before we </a:t>
            </a:r>
            <a:r>
              <a:rPr dirty="0" err="1"/>
              <a:t>typecheck</a:t>
            </a:r>
            <a:r>
              <a:rPr dirty="0"/>
              <a:t>.'</a:t>
            </a:r>
          </a:p>
          <a:p>
            <a:r>
              <a:rPr dirty="0"/>
              <a:t>Mention: undefined labels are caught during </a:t>
            </a:r>
            <a:r>
              <a:rPr dirty="0" err="1"/>
              <a:t>applyRule</a:t>
            </a:r>
            <a:r>
              <a:rPr dirty="0"/>
              <a:t> (previous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Decorator.argQty.</a:t>
            </a:r>
          </a:p>
          <a:p>
            <a:r>
              <a:t>Then show: test_math_operations has '+ only takes 2 arguments...'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'We enforce well-typedness of the expression language, independent of the proof rules.'</a:t>
            </a:r>
          </a:p>
          <a:p>
            <a:r>
              <a:t>Point out: if typing is special because output depends on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Emphasize: this corresponds directly to advisor checklist:</a:t>
            </a:r>
          </a:p>
          <a:p>
            <a:r>
              <a:t>name, arity, param types, output consistency via typing, and exact matching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'These tests are essentially a spec for our error handling.'</a:t>
            </a:r>
          </a:p>
          <a:p>
            <a:r>
              <a:t>If asked: 'Why so many negative cases?' → Because most student mistakes are format/name/type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the key correctness point: IH only fires when the user selects exactly the hypothesis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'This shows the same “early rejection” behavior for the expression language itself.'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with: 'Correctness here means we never accept a step that violates these syntactic/type/rule constraints.'</a:t>
            </a:r>
          </a:p>
          <a:p>
            <a:r>
              <a:t>If asked about limitations: mention IH uses string equality, not semantic 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Buddy Backend Induction: Informal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Claim: backend rejects malformed / ill-typed / unsound steps</a:t>
            </a:r>
          </a:p>
          <a:p>
            <a:r>
              <a:rPr sz="2200"/>
              <a:t>Approach: map each error class → exact code check → unit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Pipeline (one proof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Input: expression + rule string</a:t>
            </a:r>
          </a:p>
          <a:p>
            <a:r>
              <a:rPr sz="2200"/>
              <a:t>Pipeline: parse → label → decorate → type/arity checks → apply rule</a:t>
            </a:r>
          </a:p>
          <a:p>
            <a:r>
              <a:rPr sz="2200"/>
              <a:t>Reject with specific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ERProofLine.applyRule (excerpt)</a:t>
            </a:r>
          </a:p>
          <a:p>
            <a:r>
              <a:rPr sz="1200">
                <a:latin typeface="Consolas"/>
              </a:rPr>
              <a:t>parts = rule.split()</a:t>
            </a:r>
          </a:p>
          <a:p>
            <a:r>
              <a:rPr sz="1200">
                <a:latin typeface="Consolas"/>
              </a:rPr>
              <a:t>ruleCategory = parts[0] if parts else ""</a:t>
            </a:r>
          </a:p>
          <a:p>
            <a:r>
              <a:rPr sz="1200">
                <a:latin typeface="Consolas"/>
              </a:rPr>
              <a:t>rule = parts[1] if len(parts) &gt; 1 else ""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if ruleCategory not in ("eval", "apply", "rewrite"):</a:t>
            </a:r>
          </a:p>
          <a:p>
            <a:r>
              <a:rPr sz="1200">
                <a:latin typeface="Consolas"/>
              </a:rPr>
              <a:t>    self.errLog.append("Rule must start with 'eval', 'apply', or 'rewrite'")</a:t>
            </a:r>
          </a:p>
          <a:p>
            <a:r>
              <a:rPr sz="1200">
                <a:latin typeface="Consolas"/>
              </a:rPr>
              <a:t>    return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for label in self.find_undefined_labels(targetNode):</a:t>
            </a:r>
          </a:p>
          <a:p>
            <a:r>
              <a:rPr sz="1200">
                <a:latin typeface="Consolas"/>
              </a:rPr>
              <a:t>    self.errLog.append(f"No definition found for label '{label}'")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Racket-lite + list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Core for recursion: cons/first/rest/null? + if</a:t>
            </a:r>
          </a:p>
          <a:p>
            <a:r>
              <a:rPr sz="2200"/>
              <a:t>Enough arithmetic/logic to express typical induction goals</a:t>
            </a:r>
          </a:p>
          <a:p>
            <a:r>
              <a:rPr sz="2200"/>
              <a:t>Safety: small surface area → easier to typecheck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Labeler.py builtins (excerpt)</a:t>
            </a:r>
          </a:p>
          <a:p>
            <a:r>
              <a:rPr sz="1200">
                <a:latin typeface="Consolas"/>
              </a:rPr>
              <a:t>BUILT_IN_FUNCTIONS = [</a:t>
            </a:r>
          </a:p>
          <a:p>
            <a:r>
              <a:rPr sz="1200">
                <a:latin typeface="Consolas"/>
              </a:rPr>
              <a:t>  'if','cons','first','rest','null?',</a:t>
            </a:r>
          </a:p>
          <a:p>
            <a:r>
              <a:rPr sz="1200">
                <a:latin typeface="Consolas"/>
              </a:rPr>
              <a:t>  '+','-','*','quotient','remainder','zero?',</a:t>
            </a:r>
          </a:p>
          <a:p>
            <a:r>
              <a:rPr sz="1200">
                <a:latin typeface="Consolas"/>
              </a:rPr>
              <a:t>  'expt','=','&lt;=','&gt;=','&lt;','&gt;','and','or','not','xor','implies',</a:t>
            </a:r>
          </a:p>
          <a:p>
            <a:r>
              <a:rPr sz="1200">
                <a:latin typeface="Consolas"/>
              </a:rPr>
              <a:t>  'list?','integer?'</a:t>
            </a:r>
          </a:p>
          <a:p>
            <a:r>
              <a:rPr sz="1200"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 Resolution: builtin vs UDF vs generic vs undefined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Builtin → fixed type + fixed arity</a:t>
            </a:r>
          </a:p>
          <a:p>
            <a:r>
              <a:rPr sz="2200"/>
              <a:t>If not builtin but in defDict → treat as UDF</a:t>
            </a:r>
          </a:p>
          <a:p>
            <a:r>
              <a:rPr sz="2200"/>
              <a:t>If label appears but has no definition → backend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Labeler.labelTree (excerpt)</a:t>
            </a:r>
          </a:p>
          <a:p>
            <a:r>
              <a:rPr sz="1200">
                <a:latin typeface="Consolas"/>
              </a:rPr>
              <a:t>if inputTree.data in BUILT_IN_FUNCTIONS:</a:t>
            </a:r>
          </a:p>
          <a:p>
            <a:r>
              <a:rPr sz="1200">
                <a:latin typeface="Consolas"/>
              </a:rPr>
              <a:t>    erObj = pdict[inputTree.data]</a:t>
            </a:r>
          </a:p>
          <a:p>
            <a:r>
              <a:rPr sz="1200">
                <a:latin typeface="Consolas"/>
              </a:rPr>
              <a:t>    inputTree.type = RacType((tuple([(None, t) for t in erObj.ins]), (None, erObj.outtype)))</a:t>
            </a:r>
          </a:p>
          <a:p>
            <a:r>
              <a:rPr sz="1200">
                <a:latin typeface="Consolas"/>
              </a:rPr>
              <a:t>    inputTree.numArgs = erObj.numArgs</a:t>
            </a:r>
          </a:p>
          <a:p>
            <a:r>
              <a:rPr sz="1200">
                <a:latin typeface="Consolas"/>
              </a:rPr>
              <a:t>elif inputTree.data in defDict:</a:t>
            </a:r>
          </a:p>
          <a:p>
            <a:r>
              <a:rPr sz="1200">
                <a:latin typeface="Consolas"/>
              </a:rPr>
              <a:t>    inputTree.type = defDict[inputTree.data].racType</a:t>
            </a:r>
          </a:p>
          <a:p>
            <a:r>
              <a:rPr sz="1200">
                <a:latin typeface="Consolas"/>
              </a:rPr>
              <a:t>    if inputTree.type.isType("FUNCTION"):</a:t>
            </a:r>
          </a:p>
          <a:p>
            <a:r>
              <a:rPr sz="1200">
                <a:latin typeface="Consolas"/>
              </a:rPr>
              <a:t>        inputTree.numArgs = len(inputTree.type.getDomain())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Arity Checking (Wrong # of arguments)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Every call node checks expectedCount vs providedCount</a:t>
            </a:r>
          </a:p>
          <a:p>
            <a:r>
              <a:rPr sz="2200"/>
              <a:t>Arity fails before deeper rule checks</a:t>
            </a:r>
          </a:p>
          <a:p>
            <a:r>
              <a:rPr sz="2200"/>
              <a:t>Unit tests cover many arity failures (e.g., +, -, *, expt)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Decorator.argQty (excerpt)</a:t>
            </a:r>
          </a:p>
          <a:p>
            <a:r>
              <a:rPr sz="1200">
                <a:latin typeface="Consolas"/>
              </a:rPr>
              <a:t>expectedCount = func.numArgs</a:t>
            </a:r>
          </a:p>
          <a:p>
            <a:r>
              <a:rPr sz="1200">
                <a:latin typeface="Consolas"/>
              </a:rPr>
              <a:t>providedCount = len(treeNode.children) - 1</a:t>
            </a:r>
          </a:p>
          <a:p>
            <a:r>
              <a:rPr sz="1200">
                <a:latin typeface="Consolas"/>
              </a:rPr>
              <a:t>if (expectedCount != None) and (expectedCount != providedCount):</a:t>
            </a:r>
          </a:p>
          <a:p>
            <a:r>
              <a:rPr sz="1200">
                <a:latin typeface="Consolas"/>
              </a:rPr>
              <a:t>    return [False,</a:t>
            </a:r>
          </a:p>
          <a:p>
            <a:r>
              <a:rPr sz="1200">
                <a:latin typeface="Consolas"/>
              </a:rPr>
              <a:t>      f"{func.name} only takes {expectedCount} arguments, but {providedCount} were provided"</a:t>
            </a:r>
          </a:p>
          <a:p>
            <a:r>
              <a:rPr sz="1200">
                <a:latin typeface="Consolas"/>
              </a:rPr>
              <a:t>   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Checking (Domain match) + if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Call typecheck compares provided arg types vs expected domain types</a:t>
            </a:r>
          </a:p>
          <a:p>
            <a:r>
              <a:rPr sz="2200"/>
              <a:t>if: guard must be BOOL; branches must have matching types</a:t>
            </a:r>
          </a:p>
          <a:p>
            <a:r>
              <a:rPr sz="2200"/>
              <a:t>These checks block nonsense steps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Decorator.typeCheck (excerpt)</a:t>
            </a:r>
          </a:p>
          <a:p>
            <a:r>
              <a:rPr sz="1200">
                <a:latin typeface="Consolas"/>
              </a:rPr>
              <a:t>providedIns = [c.type for c in inputTree.children[1:]]</a:t>
            </a:r>
          </a:p>
          <a:p>
            <a:r>
              <a:rPr sz="1200">
                <a:latin typeface="Consolas"/>
              </a:rPr>
              <a:t>expectedIns = [(RacType(x) if isinstance(x,tuple) else x) for x in func.type.value[0]]</a:t>
            </a:r>
          </a:p>
          <a:p>
            <a:r>
              <a:rPr sz="1200">
                <a:latin typeface="Consolas"/>
              </a:rPr>
              <a:t>if not all(x==y for x, y in zip(providedIns, expectedIns)):</a:t>
            </a:r>
          </a:p>
          <a:p>
            <a:r>
              <a:rPr sz="1200">
                <a:latin typeface="Consolas"/>
              </a:rPr>
              <a:t>    return [False, "Cannot match argument out typeList ..."]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# Decorator.remTemps (excerpt)</a:t>
            </a:r>
          </a:p>
          <a:p>
            <a:r>
              <a:rPr sz="1200">
                <a:latin typeface="Consolas"/>
              </a:rPr>
              <a:t>if func.data == "if":</a:t>
            </a:r>
          </a:p>
          <a:p>
            <a:r>
              <a:rPr sz="1200">
                <a:latin typeface="Consolas"/>
              </a:rPr>
              <a:t>    if not inputTree.children[1].type.isType("BOOL"):</a:t>
            </a:r>
          </a:p>
          <a:p>
            <a:r>
              <a:rPr sz="1200">
                <a:latin typeface="Consolas"/>
              </a:rPr>
              <a:t>        errLog.append("The first argument of an if function must be Boolean ...")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a UDF: Assignment Validation (names/types/values)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Checks x=... syntax, count, name/order</a:t>
            </a:r>
          </a:p>
          <a:p>
            <a:r>
              <a:rPr sz="2200"/>
              <a:t>Typechecks each assignment value</a:t>
            </a:r>
          </a:p>
          <a:p>
            <a:r>
              <a:rPr sz="2200"/>
              <a:t>Verifies assigned values match the selected node’s actual args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3028543"/>
            <a:ext cx="5186035" cy="3554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latin typeface="Consolas"/>
              </a:rPr>
              <a:t>Code snippet</a:t>
            </a:r>
          </a:p>
          <a:p>
            <a:r>
              <a:rPr sz="900" dirty="0">
                <a:latin typeface="Consolas"/>
              </a:rPr>
              <a:t># </a:t>
            </a:r>
            <a:r>
              <a:rPr sz="900" dirty="0" err="1">
                <a:latin typeface="Consolas"/>
              </a:rPr>
              <a:t>ERProofEngine.parse_and_typecheck_args</a:t>
            </a:r>
            <a:r>
              <a:rPr sz="900" dirty="0">
                <a:latin typeface="Consolas"/>
              </a:rPr>
              <a:t> (excerpt)</a:t>
            </a:r>
          </a:p>
          <a:p>
            <a:r>
              <a:rPr sz="900" dirty="0">
                <a:latin typeface="Consolas"/>
              </a:rPr>
              <a:t>for param in </a:t>
            </a:r>
            <a:r>
              <a:rPr sz="900" dirty="0" err="1">
                <a:latin typeface="Consolas"/>
              </a:rPr>
              <a:t>rawParams</a:t>
            </a:r>
            <a:r>
              <a:rPr sz="900" dirty="0">
                <a:latin typeface="Consolas"/>
              </a:rPr>
              <a:t>:</a:t>
            </a:r>
          </a:p>
          <a:p>
            <a:r>
              <a:rPr sz="900" dirty="0">
                <a:latin typeface="Consolas"/>
              </a:rPr>
              <a:t>    if '=' not in param:</a:t>
            </a:r>
          </a:p>
          <a:p>
            <a:r>
              <a:rPr sz="900" dirty="0">
                <a:latin typeface="Consolas"/>
              </a:rPr>
              <a:t>       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("... Did you forget an equals sign?")</a:t>
            </a:r>
          </a:p>
          <a:p>
            <a:r>
              <a:rPr sz="900" dirty="0">
                <a:latin typeface="Consolas"/>
              </a:rPr>
              <a:t>        return [], True</a:t>
            </a:r>
          </a:p>
          <a:p>
            <a:r>
              <a:rPr sz="900" dirty="0">
                <a:latin typeface="Consolas"/>
              </a:rPr>
              <a:t>    </a:t>
            </a:r>
            <a:r>
              <a:rPr sz="900" dirty="0" err="1">
                <a:latin typeface="Consolas"/>
              </a:rPr>
              <a:t>elif</a:t>
            </a:r>
            <a:r>
              <a:rPr sz="900" dirty="0">
                <a:latin typeface="Consolas"/>
              </a:rPr>
              <a:t> </a:t>
            </a:r>
            <a:r>
              <a:rPr sz="900" dirty="0" err="1">
                <a:latin typeface="Consolas"/>
              </a:rPr>
              <a:t>param.count</a:t>
            </a:r>
            <a:r>
              <a:rPr sz="900" dirty="0">
                <a:latin typeface="Consolas"/>
              </a:rPr>
              <a:t>('=') &gt; 1:</a:t>
            </a:r>
          </a:p>
          <a:p>
            <a:r>
              <a:rPr sz="900" dirty="0">
                <a:latin typeface="Consolas"/>
              </a:rPr>
              <a:t>       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("... Did you forget a comma?")</a:t>
            </a:r>
          </a:p>
          <a:p>
            <a:r>
              <a:rPr sz="900" dirty="0">
                <a:latin typeface="Consolas"/>
              </a:rPr>
              <a:t>        return [], True</a:t>
            </a:r>
          </a:p>
          <a:p>
            <a:endParaRPr sz="900" dirty="0">
              <a:latin typeface="Consolas"/>
            </a:endParaRPr>
          </a:p>
          <a:p>
            <a:r>
              <a:rPr sz="900" dirty="0">
                <a:latin typeface="Consolas"/>
              </a:rPr>
              <a:t>if got &lt; need: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("Not enough arguments ..."); return [], True</a:t>
            </a:r>
          </a:p>
          <a:p>
            <a:r>
              <a:rPr sz="900" dirty="0">
                <a:latin typeface="Consolas"/>
              </a:rPr>
              <a:t>if got &gt; need: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("Too many arguments ..."); return [], True</a:t>
            </a:r>
          </a:p>
          <a:p>
            <a:endParaRPr sz="900" dirty="0">
              <a:latin typeface="Consolas"/>
            </a:endParaRPr>
          </a:p>
          <a:p>
            <a:r>
              <a:rPr sz="900" dirty="0">
                <a:latin typeface="Consolas"/>
              </a:rPr>
              <a:t># name/order check</a:t>
            </a:r>
          </a:p>
          <a:p>
            <a:r>
              <a:rPr sz="900" dirty="0">
                <a:latin typeface="Consolas"/>
              </a:rPr>
              <a:t>name, _ = </a:t>
            </a:r>
            <a:r>
              <a:rPr sz="900" dirty="0" err="1">
                <a:latin typeface="Consolas"/>
              </a:rPr>
              <a:t>param.split</a:t>
            </a:r>
            <a:r>
              <a:rPr sz="900" dirty="0">
                <a:latin typeface="Consolas"/>
              </a:rPr>
              <a:t>('=', 1)</a:t>
            </a:r>
          </a:p>
          <a:p>
            <a:r>
              <a:rPr sz="900" dirty="0">
                <a:latin typeface="Consolas"/>
              </a:rPr>
              <a:t>if </a:t>
            </a:r>
            <a:r>
              <a:rPr sz="900" dirty="0" err="1">
                <a:latin typeface="Consolas"/>
              </a:rPr>
              <a:t>name.strip</a:t>
            </a:r>
            <a:r>
              <a:rPr sz="900" dirty="0">
                <a:latin typeface="Consolas"/>
              </a:rPr>
              <a:t>() != expected:</a:t>
            </a:r>
          </a:p>
          <a:p>
            <a:r>
              <a:rPr sz="900" dirty="0">
                <a:latin typeface="Consolas"/>
              </a:rPr>
              <a:t>   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("Argument ... is in position ... but expected ...")</a:t>
            </a:r>
          </a:p>
          <a:p>
            <a:endParaRPr sz="900" dirty="0">
              <a:latin typeface="Consolas"/>
            </a:endParaRPr>
          </a:p>
          <a:p>
            <a:r>
              <a:rPr sz="900" dirty="0">
                <a:latin typeface="Consolas"/>
              </a:rPr>
              <a:t># type mismatch</a:t>
            </a:r>
          </a:p>
          <a:p>
            <a:r>
              <a:rPr sz="900" dirty="0">
                <a:latin typeface="Consolas"/>
              </a:rPr>
              <a:t>if </a:t>
            </a:r>
            <a:r>
              <a:rPr sz="900" dirty="0" err="1">
                <a:latin typeface="Consolas"/>
              </a:rPr>
              <a:t>typed.type</a:t>
            </a:r>
            <a:r>
              <a:rPr sz="900" dirty="0">
                <a:latin typeface="Consolas"/>
              </a:rPr>
              <a:t> != </a:t>
            </a:r>
            <a:r>
              <a:rPr sz="900" dirty="0" err="1">
                <a:latin typeface="Consolas"/>
              </a:rPr>
              <a:t>expected_type.getType</a:t>
            </a:r>
            <a:r>
              <a:rPr sz="900" dirty="0">
                <a:latin typeface="Consolas"/>
              </a:rPr>
              <a:t>():</a:t>
            </a:r>
          </a:p>
          <a:p>
            <a:r>
              <a:rPr sz="900" dirty="0">
                <a:latin typeface="Consolas"/>
              </a:rPr>
              <a:t>   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("Type mismatch in argument ...")</a:t>
            </a:r>
          </a:p>
          <a:p>
            <a:endParaRPr sz="900" dirty="0">
              <a:latin typeface="Consolas"/>
            </a:endParaRPr>
          </a:p>
          <a:p>
            <a:r>
              <a:rPr sz="900" dirty="0">
                <a:latin typeface="Consolas"/>
              </a:rPr>
              <a:t># value mismatch vs target node</a:t>
            </a:r>
          </a:p>
          <a:p>
            <a:r>
              <a:rPr sz="900" dirty="0">
                <a:latin typeface="Consolas"/>
              </a:rPr>
              <a:t>if </a:t>
            </a:r>
            <a:r>
              <a:rPr sz="900" dirty="0" err="1">
                <a:latin typeface="Consolas"/>
              </a:rPr>
              <a:t>user_val</a:t>
            </a:r>
            <a:r>
              <a:rPr sz="900" dirty="0">
                <a:latin typeface="Consolas"/>
              </a:rPr>
              <a:t> != </a:t>
            </a:r>
            <a:r>
              <a:rPr sz="900" dirty="0" err="1">
                <a:latin typeface="Consolas"/>
              </a:rPr>
              <a:t>target_val</a:t>
            </a:r>
            <a:r>
              <a:rPr sz="900" dirty="0">
                <a:latin typeface="Consolas"/>
              </a:rPr>
              <a:t>:</a:t>
            </a:r>
          </a:p>
          <a:p>
            <a:r>
              <a:rPr sz="900" dirty="0">
                <a:latin typeface="Consolas"/>
              </a:rPr>
              <a:t>    </a:t>
            </a:r>
            <a:r>
              <a:rPr sz="900" dirty="0" err="1">
                <a:latin typeface="Consolas"/>
              </a:rPr>
              <a:t>self.errLog.append</a:t>
            </a:r>
            <a:r>
              <a:rPr sz="900" dirty="0">
                <a:latin typeface="Consolas"/>
              </a:rPr>
              <a:t>("Value mismatch in argument ...")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Tests: UDF Positives + Negatives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Wrong prefix rejected</a:t>
            </a:r>
          </a:p>
          <a:p>
            <a:r>
              <a:rPr sz="2200"/>
              <a:t>Wrong arity / comma mistakes rejected</a:t>
            </a:r>
          </a:p>
          <a:p>
            <a:r>
              <a:rPr sz="2200"/>
              <a:t>Wrong param name/order/type/value rejected</a:t>
            </a:r>
          </a:p>
          <a:p>
            <a:r>
              <a:rPr sz="2200"/>
              <a:t>Correct case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proofs/test_axioms_and_udfs.py (excerpt)</a:t>
            </a:r>
          </a:p>
          <a:p>
            <a:r>
              <a:rPr sz="1200">
                <a:latin typeface="Consolas"/>
              </a:rPr>
              <a:t>do_single_test_case("fc", "(fc 3 4)",</a:t>
            </a:r>
          </a:p>
          <a:p>
            <a:r>
              <a:rPr sz="1200">
                <a:latin typeface="Consolas"/>
              </a:rPr>
              <a:t>  ["Rule must start with 'eval', 'apply', or 'rewrite'"], udfProof)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do_single_test_case("apply fc x=3 y=4", "(fc 3 4)",</a:t>
            </a:r>
          </a:p>
          <a:p>
            <a:r>
              <a:rPr sz="1200">
                <a:latin typeface="Consolas"/>
              </a:rPr>
              <a:t>  ["Too many assignments for a given argument 'x=3 y=4'. Did you forget a comma?"], udfProof)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do_single_test_case("apply fc z=3, y=4", "(fc 3 4)",</a:t>
            </a:r>
          </a:p>
          <a:p>
            <a:r>
              <a:rPr sz="1200">
                <a:latin typeface="Consolas"/>
              </a:rPr>
              <a:t>  ["Argument 'z' is in position 1 but expected 'x' for fc"], udfProof)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do_single_test_case("apply fc x=#t, y=4", "(fc 3 4)",</a:t>
            </a:r>
          </a:p>
          <a:p>
            <a:r>
              <a:rPr sz="1200">
                <a:latin typeface="Consolas"/>
              </a:rPr>
              <a:t>  ["Type mismatch in argument 'x=#t': expected INT, got BOOL"], udfProof)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do_single_test_case("apply fc x=3, y=4", "(fc 3 4)", "(* 3 4)", udfProof)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IH Rule: Exact Match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IH takes no parameters</a:t>
            </a:r>
          </a:p>
          <a:p>
            <a:r>
              <a:rPr sz="2200"/>
              <a:t>Applies only if selected node exactly matches IH LHS or IH RHS</a:t>
            </a:r>
          </a:p>
          <a:p>
            <a:r>
              <a:rPr sz="2200"/>
              <a:t>Prevents unsound “IH anywhere” rewrites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Consolas"/>
              </a:rPr>
              <a:t>Code snippet</a:t>
            </a:r>
          </a:p>
          <a:p>
            <a:r>
              <a:rPr sz="1200">
                <a:latin typeface="Consolas"/>
              </a:rPr>
              <a:t># ERRuleset.IH.isApplicable (excerpt)</a:t>
            </a:r>
          </a:p>
          <a:p>
            <a:r>
              <a:rPr sz="1200">
                <a:latin typeface="Consolas"/>
              </a:rPr>
              <a:t>if rawParams:</a:t>
            </a:r>
          </a:p>
          <a:p>
            <a:r>
              <a:rPr sz="1200">
                <a:latin typeface="Consolas"/>
              </a:rPr>
              <a:t>    return False, "IH rule takes no parameters"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nodeStr = str(ruleNode)</a:t>
            </a:r>
          </a:p>
          <a:p>
            <a:r>
              <a:rPr sz="1200">
                <a:latin typeface="Consolas"/>
              </a:rPr>
              <a:t>lhsStr = str(self.indHypLHS)</a:t>
            </a:r>
          </a:p>
          <a:p>
            <a:r>
              <a:rPr sz="1200">
                <a:latin typeface="Consolas"/>
              </a:rPr>
              <a:t>rhsStr = str(self.indHypRHS)</a:t>
            </a:r>
          </a:p>
          <a:p>
            <a:endParaRPr sz="1200">
              <a:latin typeface="Consolas"/>
            </a:endParaRPr>
          </a:p>
          <a:p>
            <a:r>
              <a:rPr sz="1200">
                <a:latin typeface="Consolas"/>
              </a:rPr>
              <a:t>if nodeStr == lhsStr or nodeStr == rhsStr:</a:t>
            </a:r>
          </a:p>
          <a:p>
            <a:r>
              <a:rPr sz="1200">
                <a:latin typeface="Consolas"/>
              </a:rPr>
              <a:t>    return True, "IH.isApplicable() PASS"</a:t>
            </a:r>
          </a:p>
          <a:p>
            <a:r>
              <a:rPr sz="1200">
                <a:latin typeface="Consolas"/>
              </a:rPr>
              <a:t>return False, f"Node '{nodeStr}' does not match ..."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Builtin arity/type tests (quick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Builtins have strong unit test coverage</a:t>
            </a:r>
          </a:p>
          <a:p>
            <a:r>
              <a:rPr sz="2200"/>
              <a:t>Example: + arity/type errors and a passing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39896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latin typeface="Consolas"/>
              </a:rPr>
              <a:t>Code snippet</a:t>
            </a:r>
          </a:p>
          <a:p>
            <a:r>
              <a:rPr sz="1200" dirty="0">
                <a:latin typeface="Consolas"/>
              </a:rPr>
              <a:t># proofs/test_math_operations.py (excerpt)</a:t>
            </a:r>
          </a:p>
          <a:p>
            <a:r>
              <a:rPr sz="1200" dirty="0">
                <a:latin typeface="Consolas"/>
              </a:rPr>
              <a:t>("(+ 1)", ['+ only takes 2 arguments, but 1 was provided']),</a:t>
            </a:r>
          </a:p>
          <a:p>
            <a:r>
              <a:rPr sz="1200" dirty="0">
                <a:latin typeface="Consolas"/>
              </a:rPr>
              <a:t>("(+ 1 1 1)", ['+ only takes 2 arguments, but 3 were provided']),</a:t>
            </a:r>
          </a:p>
          <a:p>
            <a:r>
              <a:rPr sz="1200" dirty="0">
                <a:latin typeface="Consolas"/>
              </a:rPr>
              <a:t>("(+ 1 #t)", ["Cannot match argument out </a:t>
            </a:r>
            <a:r>
              <a:rPr sz="1200" dirty="0" err="1">
                <a:latin typeface="Consolas"/>
              </a:rPr>
              <a:t>typeList</a:t>
            </a:r>
            <a:r>
              <a:rPr sz="1200" dirty="0">
                <a:latin typeface="Consolas"/>
              </a:rPr>
              <a:t> ['INT', 'BOOL'] with expected </a:t>
            </a:r>
            <a:r>
              <a:rPr sz="1200" dirty="0" err="1">
                <a:latin typeface="Consolas"/>
              </a:rPr>
              <a:t>typeList</a:t>
            </a:r>
            <a:r>
              <a:rPr sz="1200" dirty="0">
                <a:latin typeface="Consolas"/>
              </a:rPr>
              <a:t> ['INT', 'INT']"]),</a:t>
            </a:r>
          </a:p>
          <a:p>
            <a:r>
              <a:rPr sz="1200" dirty="0">
                <a:latin typeface="Consolas"/>
              </a:rPr>
              <a:t>("(+ 1 2)",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Informal Correctness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Accepted steps are: well-formed, well-typed, rule-justified</a:t>
            </a:r>
          </a:p>
          <a:p>
            <a:r>
              <a:rPr sz="2200"/>
              <a:t>Backend blocks key error classes with explicit messages</a:t>
            </a:r>
          </a:p>
          <a:p>
            <a:r>
              <a:rPr sz="2200"/>
              <a:t>Limitations: IH is string-match; expressiveness bounded by ruleset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1672</Words>
  <Application>Microsoft Office PowerPoint</Application>
  <PresentationFormat>On-screen Show (4:3)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Proof Buddy Backend Induction: Informal Correctness</vt:lpstr>
      <vt:lpstr>Backend Pipeline (one proof step)</vt:lpstr>
      <vt:lpstr>Why Racket-lite + list processing</vt:lpstr>
      <vt:lpstr>Name Resolution: builtin vs UDF vs generic vs undefined</vt:lpstr>
      <vt:lpstr>Arity Checking (Wrong # of arguments)</vt:lpstr>
      <vt:lpstr>Type Checking (Domain match) + if typing</vt:lpstr>
      <vt:lpstr>Applying a UDF: Assignment Validation (names/types/values)</vt:lpstr>
      <vt:lpstr>Unit Tests: UDF Positives + Negatives</vt:lpstr>
      <vt:lpstr>IH Rule: Exact Match Only</vt:lpstr>
      <vt:lpstr>Builtin arity/type tests (quick example)</vt:lpstr>
      <vt:lpstr>Conclusion: Informal Correctness Argument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Earth</cp:lastModifiedBy>
  <cp:revision>2</cp:revision>
  <dcterms:created xsi:type="dcterms:W3CDTF">2013-01-27T09:14:16Z</dcterms:created>
  <dcterms:modified xsi:type="dcterms:W3CDTF">2025-12-31T16:44:05Z</dcterms:modified>
  <cp:category/>
</cp:coreProperties>
</file>